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822960"/>
            <a:ext cx="640080" cy="640080"/>
          </a:xfrm>
          <a:prstGeom prst="ellipse">
            <a:avLst/>
          </a:prstGeom>
          <a:solidFill>
            <a:srgbClr val="4DA2FF">
              <a:alpha val="80000"/>
            </a:srgbClr>
          </a:solidFill>
          <a:ln w="19050">
            <a:solidFill>
              <a:srgbClr val="4DA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21408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280160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Contract &amp; DeFi Risk Scanner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910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Walrus Decentralized Audit Trail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2103120"/>
            <a:ext cx="1129284" cy="219456"/>
          </a:xfrm>
          <a:prstGeom prst="roundRect">
            <a:avLst>
              <a:gd name="adj" fmla="val 50000"/>
            </a:avLst>
          </a:prstGeom>
          <a:solidFill>
            <a:srgbClr val="4DA2FF">
              <a:alpha val="25000"/>
            </a:srgbClr>
          </a:solidFill>
          <a:ln w="10160">
            <a:solidFill>
              <a:srgbClr val="4DA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10312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A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 Network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2103120"/>
            <a:ext cx="1362456" cy="219456"/>
          </a:xfrm>
          <a:prstGeom prst="roundRect">
            <a:avLst>
              <a:gd name="adj" fmla="val 50000"/>
            </a:avLst>
          </a:prstGeom>
          <a:solidFill>
            <a:srgbClr val="00CDB8">
              <a:alpha val="25000"/>
            </a:srgbClr>
          </a:solidFill>
          <a:ln w="10160">
            <a:solidFill>
              <a:srgbClr val="00CD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10312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Walrus Storage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2103120"/>
            <a:ext cx="973836" cy="219456"/>
          </a:xfrm>
          <a:prstGeom prst="roundRect">
            <a:avLst>
              <a:gd name="adj" fmla="val 50000"/>
            </a:avLst>
          </a:prstGeom>
          <a:solidFill>
            <a:srgbClr val="FFB830">
              <a:alpha val="25000"/>
            </a:srgbClr>
          </a:solidFill>
          <a:ln w="10160">
            <a:solidFill>
              <a:srgbClr val="FFB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103120"/>
            <a:ext cx="97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Overflow Hackathon 2025  ·  Taiwan Hacker House, Taipei  ·  Track: DeFi + AI + Infrastructure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73152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55448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37744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0040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73152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155448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237744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320040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73152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55448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37744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20040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73152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155448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237744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320040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73152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155448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237744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6640" y="320040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73152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01000" y="155448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01000" y="237744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3200400"/>
            <a:ext cx="45720" cy="45720"/>
          </a:xfrm>
          <a:prstGeom prst="ellipse">
            <a:avLst/>
          </a:prstGeom>
          <a:solidFill>
            <a:srgbClr val="4DA2FF">
              <a:alpha val="40000"/>
            </a:srgbClr>
          </a:solidFill>
          <a:ln w="12700">
            <a:solidFill>
              <a:srgbClr val="4DA2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是 Sui DeFi 最大的缺口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鏈上資金正在快速成長，但安全工具跟不上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801368"/>
            <a:ext cx="512064" cy="512064"/>
          </a:xfrm>
          <a:prstGeom prst="ellipse">
            <a:avLst/>
          </a:prstGeom>
          <a:solidFill>
            <a:srgbClr val="FF4D6A">
              <a:alpha val="25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4D6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$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1764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傳統審計太貴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4712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audit 動輒 $20K–$100K，小型團隊根本負擔不起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801368"/>
            <a:ext cx="512064" cy="512064"/>
          </a:xfrm>
          <a:prstGeom prst="ellipse">
            <a:avLst/>
          </a:prstGeom>
          <a:solidFill>
            <a:srgbClr val="FF4D6A">
              <a:alpha val="25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4D6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68112" y="1764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審計速度太慢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68112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 audit 需要數週，跟不上 hackathon 和快速迭代的節奏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3218688"/>
            <a:ext cx="512064" cy="512064"/>
          </a:xfrm>
          <a:prstGeom prst="ellipse">
            <a:avLst/>
          </a:prstGeom>
          <a:solidFill>
            <a:srgbClr val="FF4D6A">
              <a:alpha val="25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4D6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24712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報告無法驗證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4712" y="3474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存在 Google Drive，可以被刪改，沒有 tamper-proof 記錄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218688"/>
            <a:ext cx="512064" cy="512064"/>
          </a:xfrm>
          <a:prstGeom prst="ellipse">
            <a:avLst/>
          </a:prstGeom>
          <a:solidFill>
            <a:srgbClr val="FF4D6A">
              <a:alpha val="25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4D6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68112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風險持續變化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68112" y="3474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風險每天都在變，靜態 audit 很快就過時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SuiShield: 三合一的安全基礎設施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DeFi Monitor + Walrus 缺一不可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54480"/>
            <a:ext cx="2743200" cy="5486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19072"/>
            <a:ext cx="502920" cy="502920"/>
          </a:xfrm>
          <a:prstGeom prst="ellipse">
            <a:avLst/>
          </a:prstGeom>
          <a:solidFill>
            <a:srgbClr val="FFB830">
              <a:alpha val="25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7373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Engine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智慧合約掃描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88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 reentrancy 攻擊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723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loan 漏洞分析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564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操縱風險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04488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缺陷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88536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245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回傳風險評分 0–100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155448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1554480"/>
            <a:ext cx="2743200" cy="54864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1719072"/>
            <a:ext cx="502920" cy="502920"/>
          </a:xfrm>
          <a:prstGeom prst="ellipse">
            <a:avLst/>
          </a:prstGeom>
          <a:solidFill>
            <a:srgbClr val="4DA2FF">
              <a:alpha val="25000"/>
            </a:srgbClr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17373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A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 Monitor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 即時監控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37560" y="2752344"/>
            <a:ext cx="91440" cy="91440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688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Haedal、Cetus、Scallop...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3136392"/>
            <a:ext cx="91440" cy="91440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0723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 depeg 風險偵測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3520440"/>
            <a:ext cx="91440" cy="91440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4564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流動性集中度分析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37560" y="3904488"/>
            <a:ext cx="91440" cy="91440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840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新鮮度檢查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37560" y="4288536"/>
            <a:ext cx="91440" cy="91440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42245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健康比率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155448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1554480"/>
            <a:ext cx="2743200" cy="54864"/>
          </a:xfrm>
          <a:prstGeom prst="rect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1719072"/>
            <a:ext cx="502920" cy="502920"/>
          </a:xfrm>
          <a:prstGeom prst="ellipse">
            <a:avLst/>
          </a:prstGeom>
          <a:solidFill>
            <a:srgbClr val="00CDB8">
              <a:alpha val="25000"/>
            </a:srgbClr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12280" y="17373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Walrus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永久審計存證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7920" y="2752344"/>
            <a:ext cx="91440" cy="91440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688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報告存為 Walrus blob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3136392"/>
            <a:ext cx="91440" cy="91440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0723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Content-addressed blob ID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3520440"/>
            <a:ext cx="91440" cy="91440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4564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鏈上不可竄改記錄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3904488"/>
            <a:ext cx="91440" cy="91440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3840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任何人可公開驗證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17920" y="4288536"/>
            <a:ext cx="91440" cy="91440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42245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registry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技術架構：端到端的安全驗證流程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contract paste to on-chain proof — fully decentralized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920240"/>
            <a:ext cx="1600200" cy="45720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0299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Contract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Protocol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423160"/>
            <a:ext cx="594360" cy="0"/>
          </a:xfrm>
          <a:prstGeom prst="line">
            <a:avLst/>
          </a:prstGeom>
          <a:noFill/>
          <a:ln w="19050">
            <a:solidFill>
              <a:srgbClr val="4DA2FF"/>
            </a:solidFill>
            <a:prstDash val="sysDot"/>
          </a:ln>
        </p:spPr>
      </p:sp>
      <p:sp>
        <p:nvSpPr>
          <p:cNvPr id="10" name="Text 8"/>
          <p:cNvSpPr/>
          <p:nvPr/>
        </p:nvSpPr>
        <p:spPr>
          <a:xfrm>
            <a:off x="205740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A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94560" y="192024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920240"/>
            <a:ext cx="1600200" cy="4572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20299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2423160"/>
            <a:ext cx="594360" cy="0"/>
          </a:xfrm>
          <a:prstGeom prst="line">
            <a:avLst/>
          </a:prstGeom>
          <a:noFill/>
          <a:ln w="19050">
            <a:solidFill>
              <a:srgbClr val="FFB830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397764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192024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920240"/>
            <a:ext cx="1600200" cy="4572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20299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15000" y="2423160"/>
            <a:ext cx="594360" cy="0"/>
          </a:xfrm>
          <a:prstGeom prst="line">
            <a:avLst/>
          </a:prstGeom>
          <a:noFill/>
          <a:ln w="19050">
            <a:solidFill>
              <a:srgbClr val="FFB830"/>
            </a:solidFill>
            <a:prstDash val="sysDot"/>
          </a:ln>
        </p:spPr>
      </p:sp>
      <p:sp>
        <p:nvSpPr>
          <p:cNvPr id="20" name="Text 18"/>
          <p:cNvSpPr/>
          <p:nvPr/>
        </p:nvSpPr>
        <p:spPr>
          <a:xfrm>
            <a:off x="58978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35040" y="192024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920240"/>
            <a:ext cx="1600200" cy="45720"/>
          </a:xfrm>
          <a:prstGeom prst="rect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20299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2423160"/>
            <a:ext cx="594360" cy="0"/>
          </a:xfrm>
          <a:prstGeom prst="line">
            <a:avLst/>
          </a:prstGeom>
          <a:noFill/>
          <a:ln w="19050">
            <a:solidFill>
              <a:srgbClr val="00CDB8"/>
            </a:solidFill>
            <a:prstDash val="sysDot"/>
          </a:ln>
        </p:spPr>
      </p:sp>
      <p:sp>
        <p:nvSpPr>
          <p:cNvPr id="25" name="Text 23"/>
          <p:cNvSpPr/>
          <p:nvPr/>
        </p:nvSpPr>
        <p:spPr>
          <a:xfrm>
            <a:off x="78181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55280" y="192024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1920240"/>
            <a:ext cx="1600200" cy="45720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20299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On-chain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ID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291840"/>
            <a:ext cx="54864" cy="822960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10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 Network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584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語言讓合約更安全，object model 提供原生所有權保護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54680" y="3291840"/>
            <a:ext cx="54864" cy="82296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310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37560" y="3584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 Move 特有的漏洞模式、DeFi 經濟邏輯與已知攻擊向量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3291840"/>
            <a:ext cx="54864" cy="822960"/>
          </a:xfrm>
          <a:prstGeom prst="rect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310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D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Walrus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3584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Content-addressed blob 確保報告不可竄改，Sui 上鏈驗證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三個核心功能展示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可以直接跑的 Web App，不需要安裝任何東西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A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2286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Contract Scanner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587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A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Scanner tab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62656"/>
            <a:ext cx="91440" cy="91440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95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貼上 Move 合約（或選 sample）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91440" cy="91440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735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分析跑動畫 → 輸出風險報告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30752"/>
            <a:ext cx="91440" cy="91440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分級顯示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91440" cy="91440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支援：Flash Loan、AMM、Staking、NFT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16002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19272" y="2286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 Live Monitor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9272" y="2587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DeFi Monitor tab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962656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8895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 Sui 協議（Haedal、Cetus...）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346704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2735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即時風險分析：depeg、流動性、oracle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3730752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每個協議有獨立風險評分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4114800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Walrus 存證整合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16002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99632" y="2286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Walrus Audit Trail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9632" y="2587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🐋 每份報告都可存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962656"/>
            <a:ext cx="91440" cy="91440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8895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按下 Store on Walrus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346704"/>
            <a:ext cx="91440" cy="91440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2735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blob ID（content-addressed）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730752"/>
            <a:ext cx="91440" cy="91440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鏈上記錄 blob ID + 時間戳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114800"/>
            <a:ext cx="91440" cy="91440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任何人可公開驗證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WALRUS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為什麼 Walrus 是關鍵？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不只是存檔——而是建立去中心化的信任基礎設施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傳統做法的問題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PDF 存在 Google Drive → 可刪改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網站關掉 → 報告消失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無法驗證是否為原始報告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無公開查詢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審計公司倒閉 → 紀錄全無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600200"/>
            <a:ext cx="4389120" cy="3108960"/>
          </a:xfrm>
          <a:prstGeom prst="roundRect">
            <a:avLst>
              <a:gd name="adj" fmla="val 2353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600200"/>
            <a:ext cx="4389120" cy="45720"/>
          </a:xfrm>
          <a:prstGeom prst="rect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737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D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Walrus 的解法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Content-addressed → 無法竄改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去中心化儲存 → 永不消失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Blob ID 上 Sui 鏈 → 公開可查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383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API → 任何人可整合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794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Sui epoch 鎖定 → 長期保存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從 Hackathon 到生態系基礎設施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SuiShield 的成長路徑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54480"/>
            <a:ext cx="2011680" cy="45720"/>
          </a:xfrm>
          <a:prstGeom prst="rect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DA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HACKATHON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2336" y="2414016"/>
            <a:ext cx="82296" cy="82296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2257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demo 可跑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" y="2834640"/>
            <a:ext cx="82296" cy="82296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7432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contract 掃描（AI 分析）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2336" y="3255264"/>
            <a:ext cx="82296" cy="82296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1638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協議風險監控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" y="3675888"/>
            <a:ext cx="82296" cy="82296"/>
          </a:xfrm>
          <a:prstGeom prst="ellipse">
            <a:avLst/>
          </a:prstGeom>
          <a:solidFill>
            <a:srgbClr val="4DA2FF"/>
          </a:solidFill>
          <a:ln w="12700">
            <a:solidFill>
              <a:srgbClr val="4DA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8444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存證 UI 流程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04288" y="25603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50592" y="155448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554480"/>
            <a:ext cx="2011680" cy="4572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16642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60320" y="1993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3 MONTHS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78608" y="2414016"/>
            <a:ext cx="82296" cy="82296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32257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接入真實 Claude API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78608" y="2834640"/>
            <a:ext cx="82296" cy="82296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27432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SDK 實際寫入 blob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78608" y="3255264"/>
            <a:ext cx="82296" cy="82296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1638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支援更多 Sui DeFi 協議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78608" y="3675888"/>
            <a:ext cx="82296" cy="82296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358444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風險報告 RSS feed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80560" y="25603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26864" y="155448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26864" y="1554480"/>
            <a:ext cx="2011680" cy="45720"/>
          </a:xfrm>
          <a:prstGeom prst="rect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16642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36592" y="1993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C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MONTHS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2414016"/>
            <a:ext cx="82296" cy="82296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32257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上鏈 registry 合約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2834640"/>
            <a:ext cx="82296" cy="82296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7432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開放 API 給第三方整合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255264"/>
            <a:ext cx="82296" cy="82296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1638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Discord 告警機器人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3675888"/>
            <a:ext cx="82296" cy="82296"/>
          </a:xfrm>
          <a:prstGeom prst="ellipse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58444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歷史報告查詢介面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56832" y="25603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03136" y="155448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0A2240"/>
          </a:solidFill>
          <a:ln w="6350">
            <a:solidFill>
              <a:srgbClr val="4DA2FF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03136" y="1554480"/>
            <a:ext cx="20116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12864" y="16642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912864" y="1993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31152" y="2414016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95744" y="232257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部署前自動掃描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31152" y="2834640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95744" y="27432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高風險自動阻擋部署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931152" y="3255264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95744" y="31638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 Sui 安全審計資料庫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931152" y="3675888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95744" y="358444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用戶查詢協議安全紀錄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DB8"/>
          </a:solidFill>
          <a:ln w="12700">
            <a:solidFill>
              <a:srgbClr val="00CD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 需要一個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安全基礎設施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D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SuiShield 就是答案。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   ·   Walrus 存證   ·   Sui 原生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Overflow Hackathon 2025  ·  Built at Taiwan Hacker House, Taipei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A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github.com/你的帳號/suishield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0515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17373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24231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31089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3657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0515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7373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4231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1089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657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0515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7373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4231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1089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3657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0515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17373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24231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31089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3657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10515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17373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24231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31089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657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10515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17373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24231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31089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0" y="3657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10515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17373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24231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31089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657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10515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03920" y="17373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03920" y="24231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0" y="3108960"/>
            <a:ext cx="36576" cy="36576"/>
          </a:xfrm>
          <a:prstGeom prst="ellipse">
            <a:avLst/>
          </a:prstGeom>
          <a:solidFill>
            <a:srgbClr val="00CDB8">
              <a:alpha val="35000"/>
            </a:srgbClr>
          </a:solidFill>
          <a:ln w="12700">
            <a:solidFill>
              <a:srgbClr val="00CDB8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SuiShield — Sui Overflow 2025</dc:title>
  <dc:subject>PptxGenJS Presentation</dc:subject>
  <dc:creator>PptxGenJS</dc:creator>
  <cp:lastModifiedBy>PptxGenJS</cp:lastModifiedBy>
  <cp:revision>1</cp:revision>
  <dcterms:created xsi:type="dcterms:W3CDTF">2026-05-30T13:55:59Z</dcterms:created>
  <dcterms:modified xsi:type="dcterms:W3CDTF">2026-05-30T13:55:59Z</dcterms:modified>
</cp:coreProperties>
</file>